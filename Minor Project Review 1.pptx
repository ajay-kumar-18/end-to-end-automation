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2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8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63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71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9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717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65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13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63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444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4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EDBC09E-10FE-C48A-8AE5-2DE3D7D70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8425" y="978409"/>
            <a:ext cx="10244416" cy="1659370"/>
          </a:xfrm>
        </p:spPr>
        <p:txBody>
          <a:bodyPr anchor="t">
            <a:normAutofit/>
          </a:bodyPr>
          <a:lstStyle/>
          <a:p>
            <a:r>
              <a:rPr lang="en-US" sz="2800" dirty="0">
                <a:latin typeface="Times New Roman"/>
                <a:ea typeface="+mj-lt"/>
                <a:cs typeface="Times New Roman"/>
              </a:rPr>
              <a:t>AI-Driven Test Case Generation, Execution &amp; Automation</a:t>
            </a:r>
            <a:br>
              <a:rPr lang="en-US" sz="3600" dirty="0">
                <a:latin typeface="Times New Roman"/>
                <a:ea typeface="+mj-lt"/>
                <a:cs typeface="Times New Roman"/>
              </a:rPr>
            </a:br>
            <a:br>
              <a:rPr lang="en-US" sz="3600" dirty="0">
                <a:latin typeface="Times New Roman"/>
                <a:ea typeface="+mj-lt"/>
                <a:cs typeface="Times New Roman"/>
              </a:rPr>
            </a:br>
            <a:r>
              <a:rPr lang="en-US" sz="2400" b="0" dirty="0">
                <a:latin typeface="Times New Roman"/>
                <a:ea typeface="+mj-lt"/>
                <a:cs typeface="Times New Roman"/>
              </a:rPr>
              <a:t>End-to-End QA Lifecycle Orchestration using MCP</a:t>
            </a:r>
            <a:endParaRPr lang="en-US" sz="2400" b="0" dirty="0"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8424" y="5362298"/>
            <a:ext cx="3078507" cy="1323959"/>
          </a:xfrm>
        </p:spPr>
        <p:txBody>
          <a:bodyPr anchor="t">
            <a:noAutofit/>
          </a:bodyPr>
          <a:lstStyle/>
          <a:p>
            <a:br>
              <a:rPr lang="en-US" sz="1800" i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US" sz="1800" b="1" i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B. Krishna </a:t>
            </a:r>
            <a:r>
              <a:rPr lang="en-US" sz="1800" b="1" i="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Harivindh</a:t>
            </a:r>
            <a:r>
              <a:rPr lang="en-US" sz="1800" b="1" i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Reddy</a:t>
            </a:r>
          </a:p>
          <a:p>
            <a:r>
              <a:rPr lang="en-US" sz="1800" i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RA2311028010095</a:t>
            </a:r>
            <a:br>
              <a:rPr lang="en-US" sz="1800" i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endParaRPr lang="en-US" sz="18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EBD83C-D653-7B6E-791C-91DC49F8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8B09CB6-CBCC-A221-E35E-4FA215926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696" y="4617503"/>
            <a:ext cx="6071583" cy="45719"/>
          </a:xfrm>
          <a:custGeom>
            <a:avLst/>
            <a:gdLst>
              <a:gd name="connsiteX0" fmla="*/ 0 w 6071583"/>
              <a:gd name="connsiteY0" fmla="*/ 0 h 45719"/>
              <a:gd name="connsiteX1" fmla="*/ 3434358 w 6071583"/>
              <a:gd name="connsiteY1" fmla="*/ 0 h 45719"/>
              <a:gd name="connsiteX2" fmla="*/ 4667593 w 6071583"/>
              <a:gd name="connsiteY2" fmla="*/ 0 h 45719"/>
              <a:gd name="connsiteX3" fmla="*/ 6071583 w 6071583"/>
              <a:gd name="connsiteY3" fmla="*/ 0 h 45719"/>
              <a:gd name="connsiteX4" fmla="*/ 6071583 w 6071583"/>
              <a:gd name="connsiteY4" fmla="*/ 45719 h 45719"/>
              <a:gd name="connsiteX5" fmla="*/ 4667593 w 6071583"/>
              <a:gd name="connsiteY5" fmla="*/ 45719 h 45719"/>
              <a:gd name="connsiteX6" fmla="*/ 3434358 w 6071583"/>
              <a:gd name="connsiteY6" fmla="*/ 45719 h 45719"/>
              <a:gd name="connsiteX7" fmla="*/ 0 w 6071583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71583" h="45719">
                <a:moveTo>
                  <a:pt x="0" y="0"/>
                </a:moveTo>
                <a:lnTo>
                  <a:pt x="3434358" y="0"/>
                </a:lnTo>
                <a:lnTo>
                  <a:pt x="4667593" y="0"/>
                </a:lnTo>
                <a:lnTo>
                  <a:pt x="6071583" y="0"/>
                </a:lnTo>
                <a:lnTo>
                  <a:pt x="6071583" y="45719"/>
                </a:lnTo>
                <a:lnTo>
                  <a:pt x="4667593" y="45719"/>
                </a:lnTo>
                <a:lnTo>
                  <a:pt x="3434358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6F48AA1-1E69-8D85-5861-B48A7BFE072A}"/>
              </a:ext>
            </a:extLst>
          </p:cNvPr>
          <p:cNvSpPr txBox="1">
            <a:spLocks/>
          </p:cNvSpPr>
          <p:nvPr/>
        </p:nvSpPr>
        <p:spPr>
          <a:xfrm>
            <a:off x="4099270" y="5359477"/>
            <a:ext cx="2870698" cy="12782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US" sz="1800" i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US" sz="1800" b="1" i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V. Ajay Kumar Reddy</a:t>
            </a:r>
            <a:r>
              <a:rPr lang="en-US" sz="1800" i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1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1800" i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RA2311028010077</a:t>
            </a:r>
            <a:br>
              <a:rPr lang="en-US" sz="1800" i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endParaRPr lang="en-US" sz="18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A223B30-7D0E-A6F4-E4C7-0B9F9D13FDC9}"/>
              </a:ext>
            </a:extLst>
          </p:cNvPr>
          <p:cNvSpPr txBox="1">
            <a:spLocks/>
          </p:cNvSpPr>
          <p:nvPr/>
        </p:nvSpPr>
        <p:spPr>
          <a:xfrm>
            <a:off x="7246439" y="5359475"/>
            <a:ext cx="3714043" cy="13239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US" sz="1800" i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US" sz="1800" b="1" i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T. Srikanth </a:t>
            </a:r>
            <a:endParaRPr lang="en-US" sz="1800" i="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sz="1800" i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 RA2311028010072</a:t>
            </a:r>
            <a:br>
              <a:rPr lang="en-US" sz="1800" i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endParaRPr lang="en-US" sz="18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C22EBF6-C04A-41BA-A1DC-15FB805F7B15}"/>
              </a:ext>
            </a:extLst>
          </p:cNvPr>
          <p:cNvSpPr txBox="1">
            <a:spLocks/>
          </p:cNvSpPr>
          <p:nvPr/>
        </p:nvSpPr>
        <p:spPr>
          <a:xfrm>
            <a:off x="515048" y="4978477"/>
            <a:ext cx="3220545" cy="3785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0" dirty="0">
                <a:latin typeface="Times New Roman"/>
                <a:ea typeface="+mn-lt"/>
                <a:cs typeface="Times New Roman"/>
              </a:rPr>
              <a:t>Team Members:</a:t>
            </a:r>
            <a:endParaRPr lang="en-US" sz="2000" b="1" i="0" dirty="0"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5495F5-2A42-B87F-E517-0382DFB5E4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544" y="62504"/>
            <a:ext cx="891171" cy="8911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BEBABF-0FE7-3F95-B2FF-B5F79B5CFE50}"/>
              </a:ext>
            </a:extLst>
          </p:cNvPr>
          <p:cNvSpPr txBox="1"/>
          <p:nvPr/>
        </p:nvSpPr>
        <p:spPr>
          <a:xfrm>
            <a:off x="588424" y="3759021"/>
            <a:ext cx="76137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Ashok Kumar P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89164D-30EF-50A7-B3BC-AD903C53EF14}"/>
              </a:ext>
            </a:extLst>
          </p:cNvPr>
          <p:cNvSpPr txBox="1"/>
          <p:nvPr/>
        </p:nvSpPr>
        <p:spPr>
          <a:xfrm>
            <a:off x="569167" y="1007706"/>
            <a:ext cx="4618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DFF316-348C-53F1-603C-A50A6C21D30F}"/>
              </a:ext>
            </a:extLst>
          </p:cNvPr>
          <p:cNvSpPr txBox="1"/>
          <p:nvPr/>
        </p:nvSpPr>
        <p:spPr>
          <a:xfrm>
            <a:off x="569167" y="1548881"/>
            <a:ext cx="10683551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AI-driven Quality Assurance framework that automates the entire software testing lifecycle using a custom Model Context Protocol (MCP) server.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requirement sources like Jira, design references, and existing test cases to intelligently refine, validate, and update test scenarios.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LLMs such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Claude Sonnet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Explores the application via mobile automation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discrepancies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Refines test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Synchronizes updates to TCMS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automation-ready scripts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a human-in-the-loop governance model for enterprise reliability.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5E0434-423F-0C89-869C-67F50449CF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544" y="62504"/>
            <a:ext cx="891171" cy="8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191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BB77E-15BB-22AB-27B0-9A5FE85F4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7988310" cy="495829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E9EE3-B008-ADBE-851A-D07AEA2CE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738852"/>
            <a:ext cx="1115568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QA processes face the following challenges: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 case writing is repetitive and slow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become outdated when requirements change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synchronization between Jira, design, and TCMS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scripts are written late in the lifecycle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maintenance cost of test suites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traceability across QA artifacts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require a scalable AI-driven orchestration mechanism to solve these inefficiencies.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8E46CF-C287-7471-6469-FACDC8C404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544" y="62504"/>
            <a:ext cx="891171" cy="8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304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D8FF-37BD-4766-FD21-CD0EED2EB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551812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BCEFD-1190-4EA0-C3F2-6E44C195E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22" y="1654876"/>
            <a:ext cx="11155680" cy="50538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this system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test case refinement based on requirement updates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the mobile application dynamically via MCP tools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only discrepancies — no unnecessary test generation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structured and standardized test case format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human approval before system updates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 updates directly with TCMS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automation scripts post validation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Ultimate Goal: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self-evolving QA ecosystem.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932BBB-41C6-4031-480D-A3F27B44EC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544" y="62504"/>
            <a:ext cx="891171" cy="8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43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BB90F-456E-9AA9-BE8E-9224692A1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523821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AI in QA?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0E20F-8CEE-0712-1CF5-30F435542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853" y="1692200"/>
            <a:ext cx="11155680" cy="376732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understanding using semantic reasoning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navigation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impact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manual intervention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detection of outdated test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regression cycle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shifts QA from reactive to proactive.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D82529-1534-5CA1-8A26-B9EB8A717F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544" y="62504"/>
            <a:ext cx="891171" cy="8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7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6525E-9754-4FE9-3AC9-CEBCDF61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2" y="855802"/>
            <a:ext cx="11155680" cy="561143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QA Lifecycle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D644D7-BB20-4FA0-0626-05366024D2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5112" y="1416945"/>
            <a:ext cx="4029693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Jira ticket identified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Rough test scenarios fetched from TCMS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MCP launches mobile app using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deeplink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explores and validates scenarios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Discrepancies detected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scenarios refined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approval gate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TCMS updated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Automation scripts generated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CI/CD integration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E10DF6-3CA3-6971-A360-6453884227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544" y="62504"/>
            <a:ext cx="891171" cy="8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2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C600D-FF97-B1AB-9AEA-26E8A699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542482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 Goal (SDG)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014F8-3C47-BC66-9347-9F390693D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1490"/>
            <a:ext cx="1115568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9: Industry, Innovation and Infrastructure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supports: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digital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innovation in QA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Automation-driven enterprise productivity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digital transformation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promotes technological advancement in modern software ecosystems.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91E4CA-A708-376C-14F2-1E3114F1FF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544" y="62504"/>
            <a:ext cx="891171" cy="8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367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4645-8B79-990B-251B-CF5C0FD77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7680400" cy="589135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DCDB3-F7F2-BA00-9DA4-5DB6376A4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545336"/>
            <a:ext cx="5577840" cy="50700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1: Requirement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Jira tickets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test cases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2: MCP Orchestration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registration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abstraction (Android/iOS)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3: AI Intelligence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Multi-LLM reasoning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output enforcement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53593D-283F-A71B-6F36-0B223B41CA79}"/>
              </a:ext>
            </a:extLst>
          </p:cNvPr>
          <p:cNvSpPr txBox="1"/>
          <p:nvPr/>
        </p:nvSpPr>
        <p:spPr>
          <a:xfrm>
            <a:off x="6438122" y="1567543"/>
            <a:ext cx="480526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4: Execution Layer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automation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TCMS update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 generation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A20506-45FC-FE72-6F5A-D5B792EEC0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544" y="62504"/>
            <a:ext cx="891171" cy="8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33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F254C-005F-3992-4E53-591EF5468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958694" cy="533151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Context Protocol (MCP)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887FB-A609-6B73-85C1-A26076391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98171"/>
            <a:ext cx="11155680" cy="4647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is a structured tool invocation protocol that enables AI agents to interact with external systems.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MCP: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 mobile automation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Enforces parameter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execution 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errors safely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human-in-loop gating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acts as the brain between AI and real-world systems.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C08CBE-A928-EF6D-D1EF-A585BB1FB9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544" y="62504"/>
            <a:ext cx="891171" cy="8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10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9D5C-5A41-2471-AF60-89DCF6D9F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9761127" cy="542482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Automation via 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683D2-4E95-14D7-C207-3D63F005B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51518"/>
            <a:ext cx="11155680" cy="46944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custom tools: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device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app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deeplink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full XML hierarchy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Swipe / Scroll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Rotate screen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text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AI to navigate and validate real UI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dynamically.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D63D1B-FB10-6A5E-1F74-F5E6A966D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544" y="62504"/>
            <a:ext cx="891171" cy="8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019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5AEC6-4E4F-D0D0-4D46-9A11429F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0432931" cy="598465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TCMS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5544A-230A-82B0-0C79-86790A327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576873"/>
            <a:ext cx="11155680" cy="4769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TCMS Synchronization Mechanism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Google Sheets as lightweight TCMS.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incomplete test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blank test 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structured test 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 scenario updates (with formatting)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traceability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approval ensures data integrity before updates.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8398F7-1AFE-C9B1-53E1-E0BBB19649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544" y="62504"/>
            <a:ext cx="891171" cy="8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73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5EFFF-A1A0-EB49-3CC6-1E21F15BD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9714474" cy="551812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Human-in-the-Loop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050A4-A4F7-C65A-FCFC-224A295F4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32857"/>
            <a:ext cx="11155680" cy="47130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Approval Framework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TCMS update: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suggests modifications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Reviewer validates 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logged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approved scenarios are updated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readiness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trust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96BDA8-691C-4DA5-E83E-71D4994C47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544" y="62504"/>
            <a:ext cx="891171" cy="8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52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4F31B-967B-DACD-3133-53B512F0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9593176" cy="589135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Script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B4E02-38BB-1895-7ABB-CAF4E1982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79510"/>
            <a:ext cx="11155680" cy="4666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Post-Validation Automation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manual validation: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converts structured test cases into automation scripts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locators dynamically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assertions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reusable code structure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reduces automation backlog significantly.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09B936-26D2-33C1-EA99-A5E884910B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544" y="62504"/>
            <a:ext cx="891171" cy="8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54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65351-6FA5-4F91-4A2E-ADF5A623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0656865" cy="533151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318EA-4CEB-3BAB-6CC1-9D845D818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23527"/>
            <a:ext cx="11155680" cy="47224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Sheets used instead of enterprise TCMS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Single-device execution at a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Hardcoded credentials require secure environment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LLM reasoning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cloud deployment scalability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can be enhanced in future versions.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EFAFDF-E1E4-DFA7-81C9-F5FAB03B90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544" y="62504"/>
            <a:ext cx="891171" cy="8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898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F89B8-D78C-CB37-7C65-799CA531F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893380" cy="523821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7B1EF-C77C-6A5B-67E1-B30B55073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738853"/>
            <a:ext cx="1115568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Sheets with enterprise TCMS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MCP deployment (AWS/GCP)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device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Self-healing locators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defect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CI/CD pipelines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62CD31-8D41-CA96-9FBC-B373904965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544" y="62504"/>
            <a:ext cx="891171" cy="8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5345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</TotalTime>
  <Words>756</Words>
  <Application>Microsoft Office PowerPoint</Application>
  <PresentationFormat>Widescreen</PresentationFormat>
  <Paragraphs>142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Bierstadt</vt:lpstr>
      <vt:lpstr>Times New Roman</vt:lpstr>
      <vt:lpstr>GestaltVTI</vt:lpstr>
      <vt:lpstr>AI-Driven Test Case Generation, Execution &amp; Automation  End-to-End QA Lifecycle Orchestration using MCP</vt:lpstr>
      <vt:lpstr>PowerPoint Presentation</vt:lpstr>
      <vt:lpstr>Problem Statement</vt:lpstr>
      <vt:lpstr>Problem Objective</vt:lpstr>
      <vt:lpstr>Why AI in QA?</vt:lpstr>
      <vt:lpstr>End-to-End QA Lifecycle</vt:lpstr>
      <vt:lpstr>Sustainable Development Goal (SDG)</vt:lpstr>
      <vt:lpstr>System Architecture</vt:lpstr>
      <vt:lpstr>Model Context Protocol (MCP)</vt:lpstr>
      <vt:lpstr>Mobile Automation via MCP</vt:lpstr>
      <vt:lpstr>TCMS Synchronization</vt:lpstr>
      <vt:lpstr>Human-in-the-Loop Governance</vt:lpstr>
      <vt:lpstr>Automation Script Generation</vt:lpstr>
      <vt:lpstr>Limitations</vt:lpstr>
      <vt:lpstr>Future Enhancements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Test Case Generation, Execution &amp; Automation End-to-End QA Lifecycle Orchestration using MCP</dc:title>
  <dc:creator>ajaykumar valipireddy</dc:creator>
  <cp:lastModifiedBy>ajaykumar valipireddy</cp:lastModifiedBy>
  <cp:revision>551</cp:revision>
  <dcterms:created xsi:type="dcterms:W3CDTF">2026-02-21T07:42:36Z</dcterms:created>
  <dcterms:modified xsi:type="dcterms:W3CDTF">2026-02-27T18:58:15Z</dcterms:modified>
</cp:coreProperties>
</file>